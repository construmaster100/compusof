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560C50-AAD2-F1A7-EEED-DB57AC49D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071FE7-6B97-C345-C670-037CBC9026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84A33F-D660-60BC-61C8-781D16628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8E648-383F-46F4-ADDF-89169CB67A83}" type="datetimeFigureOut">
              <a:rPr lang="es-CO" smtClean="0"/>
              <a:t>28/06/2026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3E646A-1BE6-BE7C-FA00-CA0840BBB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92EFBA-255D-33EA-C2A2-C66DC71E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86407-20DA-4F90-A903-E459E8D397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56122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8BD2BA-BC40-9EA6-21E6-F6470D9DF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08078D-82C6-DA61-B66C-E549C9FA4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29AF00-8F2A-DD7B-0084-AEE958EC9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8E648-383F-46F4-ADDF-89169CB67A83}" type="datetimeFigureOut">
              <a:rPr lang="es-CO" smtClean="0"/>
              <a:t>28/06/2026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4EEF87-5DB9-A9F2-F374-C609C04A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205243-1395-E01D-F675-CB52ABAC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86407-20DA-4F90-A903-E459E8D397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3264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009A01-5EB1-5387-B120-A551C760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F59FDB-0802-2F19-2094-BBCF8CC87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46EB1E-3404-FB13-7220-D5D8A4089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8E648-383F-46F4-ADDF-89169CB67A83}" type="datetimeFigureOut">
              <a:rPr lang="es-CO" smtClean="0"/>
              <a:t>28/06/2026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E7291C-9887-E175-6BF2-0C85C38AD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658524-1017-FF19-A0CA-3969982D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86407-20DA-4F90-A903-E459E8D397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2640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EBE8E-A696-BCFE-B4BD-14C3B1E38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35BCA1-48DE-3689-9D1B-F2E92207F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5F3FA2-6251-7086-8CB1-1FC693D23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A2D4FE-09A3-FA93-EEB0-9DAD16E6A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8E648-383F-46F4-ADDF-89169CB67A83}" type="datetimeFigureOut">
              <a:rPr lang="es-CO" smtClean="0"/>
              <a:t>28/06/2026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00467D-4233-B0F2-1FE4-5077F53E8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DCA273-5C8A-FBFF-27AF-539C5892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86407-20DA-4F90-A903-E459E8D397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4900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CFAC4-50D1-2C4B-FECE-2C0B267FC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AA5C5C-8D1E-9857-F470-A55638739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D2FC1D-2E95-7127-D5D7-A9630543C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77A198-FAAA-2095-19D6-57EE3D3D7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B77080-6B85-B622-23C0-F27E00968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E91DBA-80BE-7D08-1937-80CF34C60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8E648-383F-46F4-ADDF-89169CB67A83}" type="datetimeFigureOut">
              <a:rPr lang="es-CO" smtClean="0"/>
              <a:t>28/06/2026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2154B2-AF6D-1047-76C6-2C6276D4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21D8567-AEF3-0FAA-1FC4-C08F936F9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86407-20DA-4F90-A903-E459E8D397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2346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4290CE-42AC-0464-9EB2-2E5028E8A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70659B5-2E80-154F-38C1-2B9EFC7D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8E648-383F-46F4-ADDF-89169CB67A83}" type="datetimeFigureOut">
              <a:rPr lang="es-CO" smtClean="0"/>
              <a:t>28/06/2026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6BC2CAF-C32D-A2DA-ED73-133D4AEC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2DA992-62F8-0098-BE5E-25D9F4ACA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86407-20DA-4F90-A903-E459E8D397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4410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724FF33-6F8F-AAEA-C3B9-5A0323A4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8E648-383F-46F4-ADDF-89169CB67A83}" type="datetimeFigureOut">
              <a:rPr lang="es-CO" smtClean="0"/>
              <a:t>28/06/2026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EB24647-B266-EBC5-D3F7-E33E6419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03733E-9222-E2BC-FAAE-51390065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86407-20DA-4F90-A903-E459E8D397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1098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40E4E1-0FB9-F297-619B-32BC629A1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BD1F44-7973-65C3-1D72-2DC810BA5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11E80-CEBB-455F-E214-27AD1D09E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459E12-EF89-076B-E5C9-FB48D27C4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8E648-383F-46F4-ADDF-89169CB67A83}" type="datetimeFigureOut">
              <a:rPr lang="es-CO" smtClean="0"/>
              <a:t>28/06/2026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5A21D5-38DF-8550-5C23-17F765ED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41EC6D-12C1-20C5-04A2-458AAC61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86407-20DA-4F90-A903-E459E8D397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61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95CF0-AA9D-05F8-2686-6EA4CF025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C78550B-FE4F-5508-5003-E121F01BF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B3E6BC-6D56-4BD1-261E-47DEE3A1A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CDB9F2-17C5-9A09-C014-C6E899A4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8E648-383F-46F4-ADDF-89169CB67A83}" type="datetimeFigureOut">
              <a:rPr lang="es-CO" smtClean="0"/>
              <a:t>28/06/2026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D1F30B-1004-5D36-2CE9-0931837D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3DBBF0-B48F-4DDB-7AF2-5D85CC90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86407-20DA-4F90-A903-E459E8D397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6655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4A393-E4D4-0F57-3A86-29559690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D7DF0F-343C-2DAC-99B9-1292A5774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55D892-DBF4-ED77-0F42-865523093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8E648-383F-46F4-ADDF-89169CB67A83}" type="datetimeFigureOut">
              <a:rPr lang="es-CO" smtClean="0"/>
              <a:t>28/06/2026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500C6F-A558-FE59-D3D6-0B79969B6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F391EA-2495-EBA8-FE17-A452A667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86407-20DA-4F90-A903-E459E8D397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4525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1A9166-86A6-7EF7-A294-413921148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DBAD77-1820-528A-A5A1-4AC2B0BFE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8DB2ED-1DC7-70AE-B974-3C766D05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8E648-383F-46F4-ADDF-89169CB67A83}" type="datetimeFigureOut">
              <a:rPr lang="es-CO" smtClean="0"/>
              <a:t>28/06/2026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43002A-D300-0F9D-7744-EC3822F6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8B6550-C5B2-4231-4F52-45D59E84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86407-20DA-4F90-A903-E459E8D397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7147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979A9D-1B2F-49E4-833E-137FD4BE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43A86F-4F20-DFB2-241E-101BEB01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D10B74-C082-3876-088E-FB3E1F718A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28E648-383F-46F4-ADDF-89169CB67A83}" type="datetimeFigureOut">
              <a:rPr lang="es-CO" smtClean="0"/>
              <a:t>28/06/2026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EC60E9-831B-72ED-6686-5C08B2C30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F0A661-D0A2-D5E8-7FAD-5F0BDBC69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A86407-20DA-4F90-A903-E459E8D397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713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90FE2F7-C76D-9A04-6CC6-986128280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436"/>
            <a:ext cx="12192000" cy="5671127"/>
          </a:xfrm>
          <a:prstGeom prst="rect">
            <a:avLst/>
          </a:prstGeom>
        </p:spPr>
      </p:pic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408DFE1-7BA7-7B92-50CD-BEFDE34ACAD3}"/>
              </a:ext>
            </a:extLst>
          </p:cNvPr>
          <p:cNvSpPr/>
          <p:nvPr/>
        </p:nvSpPr>
        <p:spPr>
          <a:xfrm>
            <a:off x="0" y="3427513"/>
            <a:ext cx="12191999" cy="2634074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9F7E490-13BE-767C-E8E5-ABD1F71496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93" t="41828" r="36455" b="33590"/>
          <a:stretch>
            <a:fillRect/>
          </a:stretch>
        </p:blipFill>
        <p:spPr>
          <a:xfrm>
            <a:off x="4266816" y="1742079"/>
            <a:ext cx="3476878" cy="1666751"/>
          </a:xfrm>
          <a:prstGeom prst="rect">
            <a:avLst/>
          </a:prstGeom>
        </p:spPr>
      </p:pic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DF99F550-8726-6AFD-6ED7-B092B5CA3F1D}"/>
              </a:ext>
            </a:extLst>
          </p:cNvPr>
          <p:cNvSpPr/>
          <p:nvPr/>
        </p:nvSpPr>
        <p:spPr>
          <a:xfrm>
            <a:off x="9365225" y="3602038"/>
            <a:ext cx="2502309" cy="21335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554A54E-1F0C-9474-9AE8-06F807EDC033}"/>
              </a:ext>
            </a:extLst>
          </p:cNvPr>
          <p:cNvSpPr/>
          <p:nvPr/>
        </p:nvSpPr>
        <p:spPr>
          <a:xfrm>
            <a:off x="6385849" y="3602037"/>
            <a:ext cx="2502309" cy="21335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7637BF6-E6D3-4773-06A6-B6FE57E24F72}"/>
              </a:ext>
            </a:extLst>
          </p:cNvPr>
          <p:cNvSpPr/>
          <p:nvPr/>
        </p:nvSpPr>
        <p:spPr>
          <a:xfrm>
            <a:off x="3342966" y="3602037"/>
            <a:ext cx="2502309" cy="21335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B337E4EA-4CB7-FC01-1BF1-047AF6AE0E97}"/>
              </a:ext>
            </a:extLst>
          </p:cNvPr>
          <p:cNvSpPr/>
          <p:nvPr/>
        </p:nvSpPr>
        <p:spPr>
          <a:xfrm>
            <a:off x="471951" y="3602037"/>
            <a:ext cx="2502309" cy="21335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F4E51AC-9426-E918-9D3F-2695C6E329CF}"/>
              </a:ext>
            </a:extLst>
          </p:cNvPr>
          <p:cNvSpPr/>
          <p:nvPr/>
        </p:nvSpPr>
        <p:spPr>
          <a:xfrm>
            <a:off x="10309124" y="781665"/>
            <a:ext cx="1061884" cy="325950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CLIENTE</a:t>
            </a:r>
            <a:endParaRPr lang="es-CO" sz="1400" b="1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5D63BA4D-8F4C-6CB0-0702-6A2DBFBAE859}"/>
              </a:ext>
            </a:extLst>
          </p:cNvPr>
          <p:cNvSpPr/>
          <p:nvPr/>
        </p:nvSpPr>
        <p:spPr>
          <a:xfrm>
            <a:off x="8888158" y="781665"/>
            <a:ext cx="1300316" cy="34069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Ciudad</a:t>
            </a:r>
            <a:endParaRPr lang="es-CO" sz="1400" b="1" dirty="0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06321FC2-18D7-EF71-57BB-40BB512E57BB}"/>
              </a:ext>
            </a:extLst>
          </p:cNvPr>
          <p:cNvSpPr/>
          <p:nvPr/>
        </p:nvSpPr>
        <p:spPr>
          <a:xfrm>
            <a:off x="7103602" y="796413"/>
            <a:ext cx="1663906" cy="34069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/>
              <a:t>Departamento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EB25D001-3CD5-AA7D-2667-43F20A10B4C3}"/>
              </a:ext>
            </a:extLst>
          </p:cNvPr>
          <p:cNvSpPr/>
          <p:nvPr/>
        </p:nvSpPr>
        <p:spPr>
          <a:xfrm>
            <a:off x="700670" y="6236111"/>
            <a:ext cx="2044870" cy="3775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CONTABILIDAD</a:t>
            </a:r>
            <a:endParaRPr lang="es-CO" b="1" dirty="0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275062A4-C05F-0E70-F7CE-D3EA638E5620}"/>
              </a:ext>
            </a:extLst>
          </p:cNvPr>
          <p:cNvSpPr/>
          <p:nvPr/>
        </p:nvSpPr>
        <p:spPr>
          <a:xfrm>
            <a:off x="3571685" y="6236111"/>
            <a:ext cx="2044870" cy="3775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83EFF785-1EB7-64E8-5013-48738702893C}"/>
              </a:ext>
            </a:extLst>
          </p:cNvPr>
          <p:cNvSpPr/>
          <p:nvPr/>
        </p:nvSpPr>
        <p:spPr>
          <a:xfrm>
            <a:off x="6722638" y="6226398"/>
            <a:ext cx="2044870" cy="3775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057B3965-7332-4669-4739-983AD36009F4}"/>
              </a:ext>
            </a:extLst>
          </p:cNvPr>
          <p:cNvSpPr/>
          <p:nvPr/>
        </p:nvSpPr>
        <p:spPr>
          <a:xfrm>
            <a:off x="9677737" y="6184336"/>
            <a:ext cx="2044870" cy="3775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5EE30785-AC7A-D254-9DAB-01130604E2C5}"/>
              </a:ext>
            </a:extLst>
          </p:cNvPr>
          <p:cNvSpPr/>
          <p:nvPr/>
        </p:nvSpPr>
        <p:spPr>
          <a:xfrm>
            <a:off x="3571685" y="6237894"/>
            <a:ext cx="2044870" cy="3775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FACTURACIÓN</a:t>
            </a:r>
            <a:endParaRPr lang="es-CO" b="1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32A72ABE-F292-E501-2227-9DB43837FC74}"/>
              </a:ext>
            </a:extLst>
          </p:cNvPr>
          <p:cNvSpPr/>
          <p:nvPr/>
        </p:nvSpPr>
        <p:spPr>
          <a:xfrm>
            <a:off x="6722638" y="6245081"/>
            <a:ext cx="2044870" cy="3775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NÓMINA</a:t>
            </a:r>
            <a:endParaRPr lang="es-CO" b="1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044809F-8172-9AE2-BC64-133059268F5D}"/>
              </a:ext>
            </a:extLst>
          </p:cNvPr>
          <p:cNvSpPr/>
          <p:nvPr/>
        </p:nvSpPr>
        <p:spPr>
          <a:xfrm>
            <a:off x="1533832" y="593436"/>
            <a:ext cx="5442155" cy="543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3AF64175-FF8D-9DCE-B0FA-06BBA9BC575D}"/>
              </a:ext>
            </a:extLst>
          </p:cNvPr>
          <p:cNvSpPr/>
          <p:nvPr/>
        </p:nvSpPr>
        <p:spPr>
          <a:xfrm>
            <a:off x="700670" y="4480086"/>
            <a:ext cx="2044870" cy="3775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contabilidad.JPG</a:t>
            </a:r>
            <a:endParaRPr lang="es-CO" b="1" dirty="0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A487A5B1-0BDB-8F29-807E-915BDCCEDECF}"/>
              </a:ext>
            </a:extLst>
          </p:cNvPr>
          <p:cNvSpPr/>
          <p:nvPr/>
        </p:nvSpPr>
        <p:spPr>
          <a:xfrm>
            <a:off x="3514834" y="4503180"/>
            <a:ext cx="2044870" cy="3775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facturacion.JPG</a:t>
            </a:r>
            <a:endParaRPr lang="es-CO" b="1" dirty="0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876B5AF5-6C57-BEE9-8871-63458279AF5A}"/>
              </a:ext>
            </a:extLst>
          </p:cNvPr>
          <p:cNvSpPr/>
          <p:nvPr/>
        </p:nvSpPr>
        <p:spPr>
          <a:xfrm>
            <a:off x="6721259" y="4555800"/>
            <a:ext cx="2044870" cy="3775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nomina.JPG</a:t>
            </a:r>
            <a:endParaRPr lang="es-CO" b="1" dirty="0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D2631C58-A51F-2D25-5572-8A3B050906D0}"/>
              </a:ext>
            </a:extLst>
          </p:cNvPr>
          <p:cNvSpPr/>
          <p:nvPr/>
        </p:nvSpPr>
        <p:spPr>
          <a:xfrm>
            <a:off x="9675179" y="4490404"/>
            <a:ext cx="2044870" cy="3775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hoteleria.JPG</a:t>
            </a:r>
            <a:endParaRPr lang="es-CO" b="1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2CDB174A-11DE-7F01-4D53-4EFAB15B0905}"/>
              </a:ext>
            </a:extLst>
          </p:cNvPr>
          <p:cNvSpPr/>
          <p:nvPr/>
        </p:nvSpPr>
        <p:spPr>
          <a:xfrm>
            <a:off x="808825" y="2535237"/>
            <a:ext cx="2044870" cy="3775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/>
              <a:t>fondo.JPG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1498243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D197E-1324-039D-986C-CBEF3FECA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F9D0E5-B459-4BF5-EA25-FCAAAB489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FF3B9D-FB7A-EF32-ADA9-5B7C9CF12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6318"/>
            <a:ext cx="12192000" cy="558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7633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21</Words>
  <Application>Microsoft Office PowerPoint</Application>
  <PresentationFormat>Panorámica</PresentationFormat>
  <Paragraphs>11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ARTURO CASTRO PACHECO</dc:creator>
  <cp:lastModifiedBy>MIGUEL ARTURO CASTRO PACHECO</cp:lastModifiedBy>
  <cp:revision>1</cp:revision>
  <dcterms:created xsi:type="dcterms:W3CDTF">2026-06-28T10:56:57Z</dcterms:created>
  <dcterms:modified xsi:type="dcterms:W3CDTF">2026-06-28T13:56:46Z</dcterms:modified>
</cp:coreProperties>
</file>